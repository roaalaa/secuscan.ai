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team, project name, and supervisors. One sentence: SecuScan.AI makes web security scanning accessible to developers who don't have a security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 overview. Tell the panel: 'We'll cover the problem, our solution and architecture, demo the live system, then present evaluation results.'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isn't just about big companies. Most affected are individual developers, startups, and students who ship web apps without any security check. The problem isn't skill — it's access and usability.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'elevator pitch' slide. Three pillars: Scan, Report, Chat. The journey strip at the bottom shows how simple the user flow is — paste URL, press scan,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Figure 3.1 from the documentation. Key point: the RAG chatbot is PARALLEL to n8n, not downstream of it. Both pull from the same PostgreSQL/pgvector database but are completely independent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everything AI-related on the chatbot side runs locally via Ollama. This is a deliberate privacy decision — scan reports contain sensitive vulnerability data about target systems, and routing that through a third-party API would be inappropriate for a security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team presents this slide. Key point: the user doesn't configure any of this — they press scan and the whole pipeline runs automatically. The AI agent acts as a 'pentester' deciding what to test and interpreting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slide — present both modes. Key distinction: Knowledge Mode answers general security questions, Report Mode is scoped to ONE user's specific scan results. The scanId filter is what guarantees data isolation between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directly to Figure 3.3 in the documentation. Three phases: Indexing is done once; Retrieval and Generation happen on every user message. The routing box in Phase 2 is the key decision point between Knowledge Mode and Report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between the scanner and the chatbot is the automatic report ingestion. The moment a scan finishes, the report is both saved to PostgreSQL and embedded into pgvector — so the user can immediately start chatting about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blank columns are intentional — fill these in after running the actual tests before the seminar. The 100% on Report Data Isolation is already confirmed. Everything else needs the test run. See Chapter 4.4 for the exact 31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slide. Run through all 5 steps in order. If live demo is risky, have screenshots/screen recording ready as backup. Most important moments: (1) the report rendering with severity badges, and (2) the chatbot answering a question about a real finding from the just-completed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explicitly to the 6 objectives from Chapter 1.3. For future work, be honest — authenticated scanning and multi-turn memory are the two most requested features during user testing that we simply didn't have time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slide. Common questions to prepare for: (1) How is this different from OWASP ZAP? Answer: ZAP requires security expertise to configure; we don't. (2) Is the AI agent's output reliable? Answer: The agent calls real security tools — it doesn't guess. (3) What happens if Ollama is offline? Answer: The chatbot fails gracefully, scanner is unaffected. (4) How do you prevent abuse / scanning sites you don't own? Answer: good future work point — user authentication is one layer, target ownership verification is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544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731520"/>
            <a:ext cx="3840480" cy="3200400"/>
          </a:xfrm>
          <a:prstGeom prst="ellipse">
            <a:avLst/>
          </a:prstGeom>
          <a:solidFill>
            <a:srgbClr val="00C2E0">
              <a:alpha val="7000"/>
            </a:srgbClr>
          </a:solidFill>
          <a:ln w="12700">
            <a:solidFill>
              <a:srgbClr val="00C2E0">
                <a:alpha val="10000"/>
              </a:srgbClr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0" y="640080"/>
            <a:ext cx="1828800" cy="18288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Shams University  ·  Faculty of Computer &amp; Information Sciences  ·  IS Department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SecuScan</a:t>
            </a:r>
            <a:endParaRPr lang="en-US" sz="6400" dirty="0"/>
          </a:p>
        </p:txBody>
      </p:sp>
      <p:sp>
        <p:nvSpPr>
          <p:cNvPr id="51" name="Text 48"/>
          <p:cNvSpPr/>
          <p:nvPr/>
        </p:nvSpPr>
        <p:spPr>
          <a:xfrm>
            <a:off x="4224528" y="1005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.AI</a:t>
            </a:r>
            <a:endParaRPr lang="en-US" sz="6400" dirty="0"/>
          </a:p>
        </p:txBody>
      </p:sp>
      <p:sp>
        <p:nvSpPr>
          <p:cNvPr id="52" name="Text 49"/>
          <p:cNvSpPr/>
          <p:nvPr/>
        </p:nvSpPr>
        <p:spPr>
          <a:xfrm>
            <a:off x="45720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Web Vulnerability Scanning · AI Report Generation · RAG Security Assistant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457200" y="2514600"/>
            <a:ext cx="411480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57200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Alaa Elsayed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45720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Roaa Elsayed Rozik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45720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Mohamed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4389120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Adawy</a:t>
            </a:r>
            <a:endParaRPr lang="en-US" sz="1150" dirty="0"/>
          </a:p>
        </p:txBody>
      </p:sp>
      <p:sp>
        <p:nvSpPr>
          <p:cNvPr id="58" name="Text 55"/>
          <p:cNvSpPr/>
          <p:nvPr/>
        </p:nvSpPr>
        <p:spPr>
          <a:xfrm>
            <a:off x="438912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Talaat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438912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Alaa</a:t>
            </a:r>
            <a:endParaRPr lang="en-US" sz="1150" dirty="0"/>
          </a:p>
        </p:txBody>
      </p:sp>
      <p:sp>
        <p:nvSpPr>
          <p:cNvPr id="60" name="Text 57"/>
          <p:cNvSpPr/>
          <p:nvPr/>
        </p:nvSpPr>
        <p:spPr>
          <a:xfrm>
            <a:off x="45720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Dr. Mahmoud Mounir  ·  TA. Radwa Moustafa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Seminar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 security is broken for most developers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379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SecuScan.AI does differently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78024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511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 overview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91256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236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5112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agent, n8n workflow, 5 vulnerability classes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904488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977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224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mode &amp; report mode explained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1371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AI-written security reports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764792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8379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3212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+ chatbot testing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78024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25511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32120" y="2523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platform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191256"/>
            <a:ext cx="402336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3236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5112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comes next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Web Application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97480" cy="320040"/>
          </a:xfrm>
          <a:prstGeom prst="roundRect">
            <a:avLst>
              <a:gd name="adj" fmla="val 34286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Are for Experts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263347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ZAP, Burp Suite, and Acunetix require deep security knowledge to configure, run, and interpret. Developers without security backgrounds can't use them effectively.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697480" cy="320040"/>
          </a:xfrm>
          <a:prstGeom prst="roundRect">
            <a:avLst>
              <a:gd name="adj" fmla="val 34286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Nobody Understands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383280" y="263347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scanners output raw logs, payloads, and technical jargon. A developer receiving these results doesn't know what's critical, what's safe to ignore, or what to fix first.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14300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143000"/>
            <a:ext cx="2697480" cy="320040"/>
          </a:xfrm>
          <a:prstGeom prst="roundRect">
            <a:avLst>
              <a:gd name="adj" fmla="val 34286"/>
            </a:avLst>
          </a:prstGeom>
          <a:solidFill>
            <a:srgbClr val="0099B8"/>
          </a:solidFill>
          <a:ln w="12700">
            <a:solidFill>
              <a:srgbClr val="0099B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Follow-Up Possible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63640" y="263347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report is generated, users are on their own. There's no way to ask 'why is this dangerous?' or 'how exactly do I fix this?' without hiring a security consultant.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4709160"/>
            <a:ext cx="8503920" cy="292608"/>
          </a:xfrm>
          <a:prstGeom prst="roundRect">
            <a:avLst>
              <a:gd name="adj" fmla="val 25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web applications contain at least one critical vulnerability  ·  Most never get a professional security audit  ·  SMEs cannot afford pen-testing services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SecuScan.AI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Paste a URL. Get a full security picture.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447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019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SQLi · SSTI · SSRF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2871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Path Traversal · BAC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3200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Scan All or pick one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35295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AI-powered detection via n8n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82112" y="137160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137160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4447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73552" y="19019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Reports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46704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Human-readable findings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46704" y="2871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Severity ratings per issue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46704" y="3200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Affected URLs &amp; parameters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46704" y="35295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Concrete mitigation steps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89904" y="137160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9904" y="137160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44475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81344" y="19019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Security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54496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Ask about your report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54496" y="2871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General security Q&amp;A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54496" y="3200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Grounded, no hallucination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54496" y="35295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Knows all 5 vuln classes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773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URL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719072" y="4773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DC1"/>
                </a:solidFill>
              </a:rPr>
              <a:t>›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2039112" y="4773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Scan Type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438144" y="4773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DC1"/>
                </a:solidFill>
              </a:rPr>
              <a:t>›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758184" y="4773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Automatically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157216" y="4773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DC1"/>
                </a:solidFill>
              </a:rPr>
              <a:t>›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477256" y="4773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Report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876288" y="47731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DC1"/>
                </a:solidFill>
              </a:rPr>
              <a:t>›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7196328" y="4773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Chatbot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Three Layers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EBF4FB"/>
          </a:solidFill>
          <a:ln w="19050">
            <a:solidFill>
              <a:srgbClr val="2D6A9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943600" cy="292608"/>
          </a:xfrm>
          <a:prstGeom prst="roundRect">
            <a:avLst>
              <a:gd name="adj" fmla="val 31250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2471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Web App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Dashboard / Scanning / Reports / Chatbot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5943600" cy="292608"/>
          </a:xfrm>
          <a:prstGeom prst="roundRect">
            <a:avLst>
              <a:gd name="adj" fmla="val 3125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9631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 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 ·  AI Agent (DeepSeek)  ·  Security Tools  ·  RAG Chatbot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5943600" cy="114300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40480"/>
            <a:ext cx="5943600" cy="292608"/>
          </a:xfrm>
          <a:prstGeom prst="roundRect">
            <a:avLst>
              <a:gd name="adj" fmla="val 3125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6791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(Embeddings + Vector Search)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71800" y="2286000"/>
            <a:ext cx="45720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3657600"/>
            <a:ext cx="45720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051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1417320"/>
            <a:ext cx="2423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1581912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22592" y="14904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each layer independently replaceable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92240" y="2286000"/>
            <a:ext cx="2423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50592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22592" y="235915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DB instance for both relational + vector data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492240" y="3154680"/>
            <a:ext cx="2423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319272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22592" y="32278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runs parallel to scanner — not dependent on it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492240" y="4023360"/>
            <a:ext cx="2423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187952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22592" y="40965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triggered by webhook from Express backend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978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3192" y="16002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11978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9464" y="16002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9464" y="192938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72584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1978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45736" y="16002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192938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48856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1430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11978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22008" y="16002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Workflow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432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798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3192" y="32004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 (via n8n)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96312" y="27432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96312" y="27432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9464" y="2798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LLM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69464" y="32004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llama3.2 (Ollama)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72584" y="27432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72584" y="27432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2798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45736" y="32004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nomic-embed-text (Ollama)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48856" y="27432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856" y="27432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27980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22008" y="32004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cosine distance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inference runs locally via Ollama — no external API calls for scan report data, preserving user privacy.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Scanning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AI-orchestrated workflow covering 5 vulnerability classes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280160" cy="1115568"/>
          </a:xfrm>
          <a:prstGeom prst="roundRect">
            <a:avLst>
              <a:gd name="adj" fmla="val 9836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167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Submits URL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E0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37360" y="1261872"/>
            <a:ext cx="1280160" cy="1115568"/>
          </a:xfrm>
          <a:prstGeom prst="roundRect">
            <a:avLst>
              <a:gd name="adj" fmla="val 9836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3167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0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E0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1261872"/>
            <a:ext cx="1280160" cy="1115568"/>
          </a:xfrm>
          <a:prstGeom prst="roundRect">
            <a:avLst>
              <a:gd name="adj" fmla="val 9836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13167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0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E0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61872"/>
            <a:ext cx="1280160" cy="1115568"/>
          </a:xfrm>
          <a:prstGeom prst="roundRect">
            <a:avLst>
              <a:gd name="adj" fmla="val 9836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3167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(DeepSeek)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 Role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0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E0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26480" y="1261872"/>
            <a:ext cx="1280160" cy="1115568"/>
          </a:xfrm>
          <a:prstGeom prst="roundRect">
            <a:avLst>
              <a:gd name="adj" fmla="val 9836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13167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Vuln Modules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06640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E0"/>
                </a:solidFill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1261872"/>
            <a:ext cx="1280160" cy="1115568"/>
          </a:xfrm>
          <a:prstGeom prst="roundRect">
            <a:avLst>
              <a:gd name="adj" fmla="val 9836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13167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352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to DB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2542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Classes Covered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C62828">
              <a:alpha val="8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74320" y="3401568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283464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SSTI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011680" y="3401568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Inj.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49040" y="283464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SSRF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749040" y="3401568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83464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4527A0">
              <a:alpha val="85000"/>
            </a:srgbClr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86400" y="3401568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23760" y="283464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00695C">
              <a:alpha val="85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23760" y="3401568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5196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Surface Discovery:  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0" y="4343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crawler first maps all accessible endpoints and paths of the target before passing them to the AI agent for vulnerability testing.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RAG CHATBOT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Security Chatbot — 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no scan selected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asks a security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Query embedded via nomic-embed-text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Top 3 chunks retrieved from knowledge 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Only SQLi / SSTI / SSRF / Path Traversal / BAC chunks searched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llama3.2 generates answer from retrieved context only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Out-of-scope queries → polite refusal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2519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43000"/>
            <a:ext cx="4251960" cy="384048"/>
          </a:xfrm>
          <a:prstGeom prst="roundRect">
            <a:avLst>
              <a:gd name="adj" fmla="val 2857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887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5727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completed scan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picks their scan from the dropdown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23408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scanId included in every chat request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2761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Top 5 chunks retrieved — scoped to that scanId only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3182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Strict isolation: other users' reports never retrieved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602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llama3.2 answers from real findings — no invented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40233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General questions → told to switch to Knowledge Mode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800600"/>
            <a:ext cx="8503920" cy="274320"/>
          </a:xfrm>
          <a:prstGeom prst="roundRect">
            <a:avLst>
              <a:gd name="adj" fmla="val 2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use pgvector cosine search  ·  All inference runs locally via Ollama  ·  Stateless per-request — no conversation history stored on server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— Under the Hood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INDEXING (One-Time Setup)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52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.md 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Scan Reports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4813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1408" y="1207008"/>
            <a:ext cx="1371600" cy="868680"/>
          </a:xfrm>
          <a:prstGeom prst="roundRect">
            <a:avLst>
              <a:gd name="adj" fmla="val 12632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67128" y="12527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chars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85616" y="1207008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31336" y="12527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vectors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31536" y="14813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E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24144" y="1207008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9864" y="1252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DocumentChunk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240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RETRIEVAL (Every Query)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1188720" cy="987552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587752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63040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755648" y="2542032"/>
            <a:ext cx="1371600" cy="987552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01368" y="258775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model)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27248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19856" y="2542032"/>
            <a:ext cx="1554480" cy="987552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65576" y="2587752"/>
            <a:ext cx="1463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scanId?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scanId?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Knowledge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74336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66944" y="2542032"/>
            <a:ext cx="1371600" cy="987552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12664" y="258775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or Top-5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38544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A825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31152" y="2542032"/>
            <a:ext cx="1188720" cy="987552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76872" y="2587752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36758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GENERATION (Every Query)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50208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" y="39959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(scoped role)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37360" y="41605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29968" y="3950208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075688" y="399592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10128" y="41605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02736" y="3950208"/>
            <a:ext cx="1005840" cy="822960"/>
          </a:xfrm>
          <a:prstGeom prst="roundRect">
            <a:avLst>
              <a:gd name="adj" fmla="val 13333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48456" y="399592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08576" y="41605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901184" y="3950208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39959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 local)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64224" y="41605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56832" y="3950208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02552" y="39959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sources[]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REPORTS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Security Reports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>
            <a:solidFill>
              <a:srgbClr val="D5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384048" cy="420624"/>
          </a:xfrm>
          <a:prstGeom prst="round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544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81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of all findings and overall risk level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48256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>
            <a:solidFill>
              <a:srgbClr val="D5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48256"/>
            <a:ext cx="384048" cy="420624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4825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075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per Class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2585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entry for each detected vulnerability class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42032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>
            <a:solidFill>
              <a:srgbClr val="D5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42032"/>
            <a:ext cx="384048" cy="420624"/>
          </a:xfrm>
          <a:prstGeom prst="roundRect">
            <a:avLst>
              <a:gd name="adj" fmla="val 19048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42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5694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URLs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27523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endpoints and parameters where vulnerabilities were found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>
            <a:solidFill>
              <a:srgbClr val="D5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35808"/>
            <a:ext cx="384048" cy="420624"/>
          </a:xfrm>
          <a:prstGeom prst="roundRect">
            <a:avLst>
              <a:gd name="adj" fmla="val 19048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358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3063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Ratings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3246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 per finding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529584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>
            <a:solidFill>
              <a:srgbClr val="D5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29584"/>
            <a:ext cx="384048" cy="420624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295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35570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Payload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37398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that triggered a positive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023360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7FAFD"/>
          </a:solidFill>
          <a:ln w="12700">
            <a:solidFill>
              <a:srgbClr val="D5E4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23360"/>
            <a:ext cx="384048" cy="420624"/>
          </a:xfrm>
          <a:prstGeom prst="roundRect">
            <a:avLst>
              <a:gd name="adj" fmla="val 19048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233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0507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Steps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" y="4233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actionable fix instructions for each finding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Generated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536192"/>
            <a:ext cx="4160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73168" y="1627632"/>
            <a:ext cx="329184" cy="329184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93792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AI Agent writes the report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93792" y="18653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DeepSeek agent, acting as a security engineer, consolidates all scan tool outputs into structured JSON findings.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651760"/>
            <a:ext cx="4160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73168" y="2743200"/>
            <a:ext cx="329184" cy="329184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93792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ingestion into pgvector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93792" y="29809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saving, the report is chunked and embedded so it becomes available to the RAG chatbot.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767328"/>
            <a:ext cx="4160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73168" y="3858768"/>
            <a:ext cx="329184" cy="329184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93792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via the Reports View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93792" y="4096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revisit any previous scan report from their history at any time.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681728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36592"/>
            <a:ext cx="256032" cy="256032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04672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also automatically indexed into pgvector — making every finding immediately queryable through the RAG chatbot.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 Detection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4114800" cy="2423160"/>
        </p:xfrm>
        <a:graphic>
          <a:graphicData uri="http://schemas.openxmlformats.org/drawingml/2006/table">
            <a:tbl>
              <a:tblPr/>
              <a:tblGrid>
                <a:gridCol w="1920240"/>
                <a:gridCol w="640080"/>
                <a:gridCol w="640080"/>
                <a:gridCol w="914400"/>
              </a:tblGrid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Vulnerability Class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 Cases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Detected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SQL Injection (SQLi)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SSTI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SSRF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Path Traversal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Broken Access Control (BAC)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after running evaluation against test targets (DVWA / Juice Shop)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66344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Evaluation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81328"/>
          <a:ext cx="41148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594360"/>
                <a:gridCol w="594360"/>
                <a:gridCol w="914400"/>
              </a:tblGrid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Knowledge Mode — Correct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Knowledge Mode — Grounded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Report Mode — Correct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Report Mode — Faithful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Scope / Refusal Handling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—%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Report Data Isolation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97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663440" y="4261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after running 31 chatbot test questions — tables ready in Chapter 4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" y="437083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4434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691640" y="44348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 eliminated hallucination on in-scope security topics. Report data isolation confirmed — no cross-user data leakage in any test case.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114800"/>
          </a:xfrm>
          <a:prstGeom prst="ellipse">
            <a:avLst/>
          </a:prstGeom>
          <a:solidFill>
            <a:srgbClr val="00C2E0">
              <a:alpha val="5000"/>
            </a:srgbClr>
          </a:solidFill>
          <a:ln w="12700">
            <a:solidFill>
              <a:srgbClr val="00C2E0">
                <a:alpha val="1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931920" y="14630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274320" y="3017520"/>
            <a:ext cx="1572768" cy="1783080"/>
          </a:xfrm>
          <a:prstGeom prst="roundRect">
            <a:avLst>
              <a:gd name="adj" fmla="val 697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3127248"/>
            <a:ext cx="438912" cy="43891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63931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target URL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4169664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Scanning page — paste URL, choose 'Scan All'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0" y="3017520"/>
            <a:ext cx="1572768" cy="1783080"/>
          </a:xfrm>
          <a:prstGeom prst="roundRect">
            <a:avLst>
              <a:gd name="adj" fmla="val 697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78608" y="3127248"/>
            <a:ext cx="438912" cy="43891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7860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03120" y="363931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scan run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084832" y="4169664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from pending → running → complete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49040" y="3017520"/>
            <a:ext cx="1572768" cy="1783080"/>
          </a:xfrm>
          <a:prstGeom prst="roundRect">
            <a:avLst>
              <a:gd name="adj" fmla="val 697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15968" y="3127248"/>
            <a:ext cx="438912" cy="43891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840480" y="363931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generated report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822192" y="4169664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severity, affected URLs, mitigations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3017520"/>
            <a:ext cx="1572768" cy="1783080"/>
          </a:xfrm>
          <a:prstGeom prst="roundRect">
            <a:avLst>
              <a:gd name="adj" fmla="val 697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53328" y="3127248"/>
            <a:ext cx="438912" cy="43891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77840" y="363931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about the report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59552" y="4169664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report context — ask 'what should I fix first?'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223760" y="3017520"/>
            <a:ext cx="1572768" cy="1783080"/>
          </a:xfrm>
          <a:prstGeom prst="roundRect">
            <a:avLst>
              <a:gd name="adj" fmla="val 6977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90688" y="3127248"/>
            <a:ext cx="438912" cy="43891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9068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315200" y="363931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security Q&amp;A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296912" y="4169664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Deselect report — ask 'how does SSTI work?'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What's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005840" cy="4114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Achieved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727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52704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 SQLi, SSTI, SSRF, Path Traversal, BAC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975104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665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0208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scan — 'Scan All' or target a single vulnerability class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468880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6032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25146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structured reports with severity + mitigations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2962656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05409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0083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and status tracking via centralized dashboard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" y="3456432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54787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35021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in Knowledge Mode and Report Mode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20040" y="3950208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04164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39959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against known test cases (Chapter 4.4)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709160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09160" y="1481328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4846320" y="1536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Authenticated Scanning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84632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pages behind login — current scanner is unauthenticated only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709160" y="2157984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4846320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Memory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484632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chatbot memory so follow-up questions work naturally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709160" y="2834640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4846320" y="28895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Vulnerability Classes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84632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XXE, IDOR, CORS misconfiguration, Open Redirect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709160" y="3511296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4846320" y="3566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 / JS-Heavy Sites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84632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crawler misses dynamically rendered routes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709160" y="4187952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4846320" y="4242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Knowledge Base Updates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846320" y="4471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CVE feed ingestion to keep the RAG knowledge current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27432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5440" y="137160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0" y="246888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356616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663440"/>
            <a:ext cx="54864" cy="54864"/>
          </a:xfrm>
          <a:prstGeom prst="ellipse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457200"/>
            <a:ext cx="4572000" cy="4114800"/>
          </a:xfrm>
          <a:prstGeom prst="ellipse">
            <a:avLst/>
          </a:prstGeom>
          <a:solidFill>
            <a:srgbClr val="00C2E0">
              <a:alpha val="6000"/>
            </a:srgbClr>
          </a:solidFill>
          <a:ln w="12700">
            <a:solidFill>
              <a:srgbClr val="00C2E0">
                <a:alpha val="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49" name="Shape 47"/>
          <p:cNvSpPr/>
          <p:nvPr/>
        </p:nvSpPr>
        <p:spPr>
          <a:xfrm>
            <a:off x="3200400" y="1783080"/>
            <a:ext cx="2743200" cy="4572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914400" y="2606040"/>
            <a:ext cx="2331720" cy="530352"/>
          </a:xfrm>
          <a:prstGeom prst="roundRect">
            <a:avLst>
              <a:gd name="adj" fmla="val 2069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05840" y="2651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Alaa Elsayed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74720" y="2606040"/>
            <a:ext cx="2331720" cy="530352"/>
          </a:xfrm>
          <a:prstGeom prst="roundRect">
            <a:avLst>
              <a:gd name="adj" fmla="val 2069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566160" y="2651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Roaa Elsayed Rozik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35040" y="2606040"/>
            <a:ext cx="2331720" cy="530352"/>
          </a:xfrm>
          <a:prstGeom prst="roundRect">
            <a:avLst>
              <a:gd name="adj" fmla="val 2069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126480" y="2651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Mohamed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0" y="3264408"/>
            <a:ext cx="2331720" cy="530352"/>
          </a:xfrm>
          <a:prstGeom prst="roundRect">
            <a:avLst>
              <a:gd name="adj" fmla="val 2069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05840" y="3310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Adawy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474720" y="3264408"/>
            <a:ext cx="2331720" cy="530352"/>
          </a:xfrm>
          <a:prstGeom prst="roundRect">
            <a:avLst>
              <a:gd name="adj" fmla="val 2069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566160" y="3310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Talaat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035040" y="3264408"/>
            <a:ext cx="2331720" cy="530352"/>
          </a:xfrm>
          <a:prstGeom prst="roundRect">
            <a:avLst>
              <a:gd name="adj" fmla="val 20690"/>
            </a:avLst>
          </a:prstGeom>
          <a:solidFill>
            <a:srgbClr val="132238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126480" y="3310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Alaa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Dr. Mahmoud Mounir  ·  TA. Radwa Moustafa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Shams University  ·  Faculty of Computer &amp; Information Sciences  ·  IS Department  ·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SecuScan.AI — Final Seminar</dc:title>
  <dc:subject>PptxGenJS Presentation</dc:subject>
  <dc:creator>SecuScan.AI Team</dc:creator>
  <cp:lastModifiedBy>SecuScan.AI Team</cp:lastModifiedBy>
  <cp:revision>1</cp:revision>
  <dcterms:created xsi:type="dcterms:W3CDTF">2026-06-23T00:05:02Z</dcterms:created>
  <dcterms:modified xsi:type="dcterms:W3CDTF">2026-06-23T00:05:02Z</dcterms:modified>
</cp:coreProperties>
</file>